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Smoldering Myeloma Progression Stages.pptx – Slide 1</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Smoldering Myeloma Progression Stages.pptx – Slide 2</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Smoldering Myeloma Progression Stages.pptx – Slide 3</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Smoldering Myeloma Progression Stages.pptx – Slide 4</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Smoldering Myeloma Progression Stages.pptx – Slide 5</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Smoldering Myeloma Progression Stages.pptx – Slide 6</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Smoldering Myeloma Progression Stages.pptx – Slide 7</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Smoldering Myeloma Progression Stages.pptx – Slide 8</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Smoldering Myeloma Progression Stages.pptx – Slide 9</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Smoldering Myeloma Progression Stages.pptx – Slide 10</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Smoldering Myeloma Progression Stages.pptx – Slide 11</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Smoldering Myeloma Progression Stages.pptx – Slide 12</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Smoldering Myeloma Progression Stages.pptx – Slide 13</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Smoldering Myeloma Progression Stages.pptx – Slide 14</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Smoldering Myeloma Progression Stages.pptx – Slide 15</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Smoldering Myeloma Progression Stages.pptx – Slide 16</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Smoldering Myeloma Progression Stages.pptx – Slide 17</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Smoldering Myeloma Progression Stages.pptx – Slide 18</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Smoldering Myeloma Progression Stages.pptx – Slide 19</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Smoldering Myeloma Progression Stages.pptx – Slide 20</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Smoldering Myeloma Progression Stages.pptx – Slide 21</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Smoldering Myeloma Progression Stages.pptx – Slide 22</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Smoldering Myeloma Progression Stages.pptx – Slide 23</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Smoldering Myeloma Progression Stages.pptx – Slide 24</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Smoldering Myeloma Progression Stages.pptx – Slide 25</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